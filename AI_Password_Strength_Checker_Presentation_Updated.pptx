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0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AI-Based Password Strength Checker Using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Muhammad Abdullah  roll no 41</a:t>
            </a:r>
            <a:br>
              <a:rPr lang="en-US" dirty="0" smtClean="0"/>
            </a:br>
            <a:r>
              <a:rPr lang="en-US" dirty="0" err="1" smtClean="0"/>
              <a:t>Shahzad</a:t>
            </a:r>
            <a:r>
              <a:rPr lang="en-US" dirty="0" smtClean="0"/>
              <a:t> </a:t>
            </a:r>
            <a:r>
              <a:rPr lang="en-US" smtClean="0"/>
              <a:t>Khan roll no 25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Passwords are essential for digital security.</a:t>
            </a:r>
          </a:p>
          <a:p>
            <a:r>
              <a:t>Weak passwords increase cyberattack risks.</a:t>
            </a:r>
          </a:p>
          <a:p>
            <a:r>
              <a:t>Machine Learning helps evaluate password strength automatically.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Users often create weak passwords.</a:t>
            </a:r>
          </a:p>
          <a:p>
            <a:r>
              <a:t>Weak passwords are easy to guess or crack.</a:t>
            </a:r>
          </a:p>
          <a:p>
            <a:r>
              <a:t>An intelligent system is needed for analysis.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Analyze password strength</a:t>
            </a:r>
          </a:p>
          <a:p>
            <a:r>
              <a:t>• Classify passwords as Weak, Medium, Strong</a:t>
            </a:r>
          </a:p>
          <a:p>
            <a:r>
              <a:t>• Provide recommendations</a:t>
            </a:r>
          </a:p>
          <a:p>
            <a:r>
              <a:t>• Improve cybersecurity awareness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Python, Flask, HTML, CSS, Pandas, Scikit-Learn, Joblib, Machine Learning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Algorithm: Random Forest Classifier</a:t>
            </a:r>
          </a:p>
          <a:p>
            <a:r>
              <a:t>Features: Length, Uppercase, Lowercase, Digits, Special Characters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&amp;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Collection</a:t>
            </a:r>
          </a:p>
          <a:p>
            <a:r>
              <a:t>Feature Extraction</a:t>
            </a:r>
          </a:p>
          <a:p>
            <a:r>
              <a:t>Model Training</a:t>
            </a:r>
          </a:p>
          <a:p>
            <a:r>
              <a:t>Model Evaluation</a:t>
            </a:r>
          </a:p>
          <a:p>
            <a:r>
              <a:t>Model Deployment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Input → Feature Extraction → Random Forest Model → Prediction → Score &amp; Suggestions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Password Strength Prediction</a:t>
            </a:r>
          </a:p>
          <a:p>
            <a:r>
              <a:t>Security Suggestions</a:t>
            </a:r>
          </a:p>
          <a:p>
            <a:r>
              <a:t>Strength Score</a:t>
            </a:r>
          </a:p>
          <a:p>
            <a:r>
              <a:t>Progress Meter</a:t>
            </a:r>
          </a:p>
          <a:p>
            <a:r>
              <a:t>Password Analysis</a:t>
            </a:r>
          </a:p>
          <a:p>
            <a:r>
              <a:t>User-Friendly Interface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Displays password strength, score, analysis, and recommendations in real time.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Classifies passwords as Weak, Medium, or Strong.</a:t>
            </a:r>
          </a:p>
          <a:p>
            <a:r>
              <a:t>Provides security suggestions and strength scores.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Enhances security</a:t>
            </a:r>
          </a:p>
          <a:p>
            <a:r>
              <a:t>Easy to use</a:t>
            </a:r>
          </a:p>
          <a:p>
            <a:r>
              <a:t>Fast predictions</a:t>
            </a:r>
          </a:p>
          <a:p>
            <a:r>
              <a:t>Improves user awareness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Deep Learning Integration</a:t>
            </a:r>
          </a:p>
          <a:p>
            <a:r>
              <a:t>Password Generator</a:t>
            </a:r>
          </a:p>
          <a:p>
            <a:r>
              <a:t>Breach Detection</a:t>
            </a:r>
          </a:p>
          <a:p>
            <a:r>
              <a:t>Cloud Deployment</a:t>
            </a:r>
          </a:p>
          <a:p>
            <a:r>
              <a:t>Real-Time Monitoring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system effectively predicts password strength using Machine Learning and promotes cybersecurity.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 &amp;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240</Words>
  <Application>Microsoft Office PowerPoint</Application>
  <PresentationFormat>On-screen Show (4:3)</PresentationFormat>
  <Paragraphs>55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AI-Based Password Strength Checker Using Machine Learning</vt:lpstr>
      <vt:lpstr>Introduction</vt:lpstr>
      <vt:lpstr>Problem Statement</vt:lpstr>
      <vt:lpstr>Objectives</vt:lpstr>
      <vt:lpstr>Technologies Used</vt:lpstr>
      <vt:lpstr>Machine Learning Model</vt:lpstr>
      <vt:lpstr>Dataset &amp; Training</vt:lpstr>
      <vt:lpstr>System Workflow</vt:lpstr>
      <vt:lpstr>Project Features</vt:lpstr>
      <vt:lpstr>System Interface</vt:lpstr>
      <vt:lpstr>Results</vt:lpstr>
      <vt:lpstr>Advantages</vt:lpstr>
      <vt:lpstr>Future Scope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Password Strength Checker Using Machine Learning</dc:title>
  <dc:subject/>
  <dc:creator>DELL</dc:creator>
  <cp:keywords/>
  <dc:description>generated using python-pptx</dc:description>
  <cp:lastModifiedBy>Microsoft account</cp:lastModifiedBy>
  <cp:revision>2</cp:revision>
  <dcterms:created xsi:type="dcterms:W3CDTF">2013-01-27T09:14:16Z</dcterms:created>
  <dcterms:modified xsi:type="dcterms:W3CDTF">2026-06-07T18:10:56Z</dcterms:modified>
  <cp:category/>
</cp:coreProperties>
</file>